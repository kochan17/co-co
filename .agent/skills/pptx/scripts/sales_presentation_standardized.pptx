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実績</c:v>
                </c:pt>
              </c:strCache>
            </c:strRef>
          </c:tx>
          <c:spPr>
            <a:solidFill>
              <a:srgbClr val="8A2BE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</c:v>
                </c:pt>
                <c:pt idx="1">
                  <c:v>150</c:v>
                </c:pt>
                <c:pt idx="2">
                  <c:v>180</c:v>
                </c:pt>
                <c:pt idx="3">
                  <c:v>210</c:v>
                </c:pt>
                <c:pt idx="4">
                  <c:v>250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月別推移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売上 (万円)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otaishida/Development/co-co/.agent/skills/pptx/templates/sales_material_theme/assets/co-c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50" y="507950"/>
            <a:ext cx="381000" cy="381000"/>
          </a:xfrm>
          <a:prstGeom prst="rect">
            <a:avLst/>
          </a:prstGeom>
        </p:spPr>
      </p:pic>
      <p:pic>
        <p:nvPicPr>
          <p:cNvPr id="3" name="Image 1" descr="/Users/kotaishida/Development/co-co/.agent/skills/pptx/templates/sales_material_theme/assets/accent_lar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50" y="1968550"/>
            <a:ext cx="3174950" cy="31749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7950" y="1286619"/>
            <a:ext cx="5165762" cy="609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spcAft>
                <a:spcPts val="1500"/>
              </a:spcAft>
              <a:buNone/>
            </a:pPr>
            <a:r>
              <a:rPr lang="en-US" sz="4000" b="1" dirty="0">
                <a:solidFill>
                  <a:srgbClr val="1A0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タイトルをここに入力</a:t>
            </a:r>
            <a:endParaRPr lang="en-US" sz="4000" dirty="0"/>
          </a:p>
        </p:txBody>
      </p:sp>
      <p:sp>
        <p:nvSpPr>
          <p:cNvPr id="5" name="Shape 1"/>
          <p:cNvSpPr/>
          <p:nvPr/>
        </p:nvSpPr>
        <p:spPr>
          <a:xfrm>
            <a:off x="536525" y="2277070"/>
            <a:ext cx="0" cy="406450"/>
          </a:xfrm>
          <a:prstGeom prst="line">
            <a:avLst/>
          </a:prstGeom>
          <a:noFill/>
          <a:ln w="57150">
            <a:solidFill>
              <a:srgbClr val="8A2BE2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755600" y="2277070"/>
            <a:ext cx="4636419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58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サブタイトル・資料の目的を記述します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507950" y="3191470"/>
            <a:ext cx="1071589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58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株式会社ユニ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07950" y="3435251"/>
            <a:ext cx="1071589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58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2026年1月28日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otaishida/Development/co-co/.agent/skills/pptx/templates/sales_material_theme/assets/bg_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15987" y="1822698"/>
            <a:ext cx="5511876" cy="825401"/>
          </a:xfrm>
          <a:prstGeom prst="rect">
            <a:avLst/>
          </a:prstGeom>
          <a:noFill/>
          <a:ln/>
        </p:spPr>
        <p:txBody>
          <a:bodyPr wrap="square" lIns="0" tIns="0" rIns="0" bIns="6350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セクションタイトル</a:t>
            </a:r>
            <a:endParaRPr lang="en-US" sz="4000" dirty="0"/>
          </a:p>
        </p:txBody>
      </p:sp>
      <p:pic>
        <p:nvPicPr>
          <p:cNvPr id="4" name="Image 1" descr="/Users/kotaishida/Development/co-co/.agent/skills/pptx/templates/sales_material_theme/assets/bg_gradi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6950" y="3200549"/>
            <a:ext cx="1269950" cy="2530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936950" y="3117800"/>
            <a:ext cx="1269950" cy="2530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457200"/>
            <a:ext cx="8290661" cy="558701"/>
          </a:xfrm>
          <a:prstGeom prst="rect">
            <a:avLst/>
          </a:prstGeom>
          <a:noFill/>
          <a:ln/>
        </p:spPr>
        <p:txBody>
          <a:bodyPr wrap="square" lIns="0" tIns="0" rIns="0" bIns="6350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600" b="1" dirty="0">
                <a:solidFill>
                  <a:srgbClr val="1A0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標準コンテンツのタイトル</a:t>
            </a:r>
            <a:endParaRPr lang="en-US" sz="2600" dirty="0"/>
          </a:p>
        </p:txBody>
      </p:sp>
      <p:pic>
        <p:nvPicPr>
          <p:cNvPr id="3" name="Image 0" descr="/Users/kotaishida/Development/co-co/.agent/skills/pptx/templates/sales_material_theme/assets/accent_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50" y="1206401"/>
            <a:ext cx="762000" cy="38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1851" y="1815852"/>
            <a:ext cx="7874198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6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0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重要なポイントの1つ目をここに記述します。</a:t>
            </a:r>
            <a:endParaRPr lang="en-US" sz="1600" dirty="0"/>
          </a:p>
          <a:p>
            <a:pPr algn="l" marL="342900" indent="-342900">
              <a:lnSpc>
                <a:spcPts val="256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0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2つ目のポイントも同様に、簡潔にまとめます。</a:t>
            </a:r>
            <a:endParaRPr lang="en-US" sz="1600" dirty="0"/>
          </a:p>
          <a:p>
            <a:pPr algn="l" marL="342900" indent="-342900">
              <a:lnSpc>
                <a:spcPts val="256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0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情報の詰め込みすぎを避け、余白を活かした配置を心がけます。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07950" y="3476774"/>
            <a:ext cx="8128099" cy="1112341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536525" y="3476774"/>
            <a:ext cx="0" cy="1112341"/>
          </a:xfrm>
          <a:prstGeom prst="line">
            <a:avLst/>
          </a:prstGeom>
          <a:noFill/>
          <a:ln w="57150">
            <a:solidFill>
              <a:srgbClr val="8A2BE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5600" y="3667274"/>
            <a:ext cx="784374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1A0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ここにはスライド全体を通して伝えたい「結論」や「キーメッセージ」を記述します。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457200"/>
            <a:ext cx="8290661" cy="558701"/>
          </a:xfrm>
          <a:prstGeom prst="rect">
            <a:avLst/>
          </a:prstGeom>
          <a:noFill/>
          <a:ln/>
        </p:spPr>
        <p:txBody>
          <a:bodyPr wrap="square" lIns="0" tIns="0" rIns="0" bIns="6350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600" b="1" dirty="0">
                <a:solidFill>
                  <a:srgbClr val="1A0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比較・特徴のタイトル</a:t>
            </a:r>
            <a:endParaRPr lang="en-US" sz="2600" dirty="0"/>
          </a:p>
        </p:txBody>
      </p:sp>
      <p:pic>
        <p:nvPicPr>
          <p:cNvPr id="3" name="Image 0" descr="/Users/kotaishida/Development/co-co/.agent/skills/pptx/templates/sales_material_theme/assets/accent_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50" y="1206401"/>
            <a:ext cx="762000" cy="381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7950" y="1914376"/>
            <a:ext cx="3873550" cy="0"/>
          </a:xfrm>
          <a:prstGeom prst="line">
            <a:avLst/>
          </a:prstGeom>
          <a:noFill/>
          <a:ln w="19050">
            <a:solidFill>
              <a:srgbClr val="E0E0E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7950" y="1435001"/>
            <a:ext cx="3951021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8A2B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カテゴリーA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07950" y="2114401"/>
            <a:ext cx="3873550" cy="1281410"/>
          </a:xfrm>
          <a:prstGeom prst="roundRect">
            <a:avLst>
              <a:gd name="adj" fmla="val 3964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69875" y="2276326"/>
            <a:ext cx="3620694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0"/>
              </a:lnSpc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A0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特徴１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9875" y="2664768"/>
            <a:ext cx="3620694" cy="569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58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詳細な説明をここに記述します。情報の対比を明確にします。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7950" y="3548211"/>
            <a:ext cx="3873550" cy="1281410"/>
          </a:xfrm>
          <a:prstGeom prst="roundRect">
            <a:avLst>
              <a:gd name="adj" fmla="val 3964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9875" y="3710136"/>
            <a:ext cx="3620694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0"/>
              </a:lnSpc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A0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特徴２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69875" y="4098578"/>
            <a:ext cx="3620694" cy="569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58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視覚的に整理されたカード形式のレイアウトです。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762500" y="1914376"/>
            <a:ext cx="3873550" cy="0"/>
          </a:xfrm>
          <a:prstGeom prst="line">
            <a:avLst/>
          </a:prstGeom>
          <a:noFill/>
          <a:ln w="19050">
            <a:solidFill>
              <a:srgbClr val="E0E0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62500" y="1435001"/>
            <a:ext cx="3951021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8A2B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カテゴリーB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762500" y="2114401"/>
            <a:ext cx="3873550" cy="1281410"/>
          </a:xfrm>
          <a:prstGeom prst="roundRect">
            <a:avLst>
              <a:gd name="adj" fmla="val 3964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924425" y="2276326"/>
            <a:ext cx="3620694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0"/>
              </a:lnSpc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A0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特徴１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924425" y="2664768"/>
            <a:ext cx="3620694" cy="569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58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情報のブロック化により、理解を促進します。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457200"/>
            <a:ext cx="8290661" cy="558701"/>
          </a:xfrm>
          <a:prstGeom prst="rect">
            <a:avLst/>
          </a:prstGeom>
          <a:noFill/>
          <a:ln/>
        </p:spPr>
        <p:txBody>
          <a:bodyPr wrap="square" lIns="0" tIns="0" rIns="0" bIns="6350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600" b="1" dirty="0">
                <a:solidFill>
                  <a:srgbClr val="1A0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データと図解のタイトル</a:t>
            </a:r>
            <a:endParaRPr lang="en-US" sz="2600" dirty="0"/>
          </a:p>
        </p:txBody>
      </p:sp>
      <p:pic>
        <p:nvPicPr>
          <p:cNvPr id="3" name="Image 0" descr="/Users/kotaishida/Development/co-co/.agent/skills/pptx/templates/sales_material_theme/assets/accent_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50" y="1206401"/>
            <a:ext cx="762000" cy="38100"/>
          </a:xfrm>
          <a:prstGeom prst="rect">
            <a:avLst/>
          </a:prstGeom>
        </p:spPr>
      </p:pic>
      <p:pic>
        <p:nvPicPr>
          <p:cNvPr id="4" name="Image 1" descr="/Users/kotaishida/Development/co-co/.agent/skills/pptx/templates/sales_material_theme/assets/bg_gradi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4101852"/>
            <a:ext cx="8128099" cy="762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10469" y="4299942"/>
            <a:ext cx="6041523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データから導き出される重要な結論をここに記述します。</a:t>
            </a:r>
            <a:endParaRPr lang="en-US" sz="1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7950" y="1561951"/>
          <a:ext cx="8128099" cy="1905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457200"/>
            <a:ext cx="8290661" cy="558701"/>
          </a:xfrm>
          <a:prstGeom prst="rect">
            <a:avLst/>
          </a:prstGeom>
          <a:noFill/>
          <a:ln/>
        </p:spPr>
        <p:txBody>
          <a:bodyPr wrap="square" lIns="0" tIns="0" rIns="0" bIns="6350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600" b="1" dirty="0">
                <a:solidFill>
                  <a:srgbClr val="1A0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プロセス図の生成</a:t>
            </a:r>
            <a:endParaRPr lang="en-US" sz="2600" dirty="0"/>
          </a:p>
        </p:txBody>
      </p:sp>
      <p:pic>
        <p:nvPicPr>
          <p:cNvPr id="3" name="Image 0" descr="/Users/kotaishida/Development/co-co/.agent/skills/pptx/templates/sales_material_theme/assets/accent_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50" y="1206401"/>
            <a:ext cx="762000" cy="38100"/>
          </a:xfrm>
          <a:prstGeom prst="rect">
            <a:avLst/>
          </a:prstGeom>
        </p:spPr>
      </p:pic>
      <p:pic>
        <p:nvPicPr>
          <p:cNvPr id="4" name="Image 1" descr="/Users/kotaishida/Development/co-co/.agent/skills/pptx/templates/sales_material_theme/assets/bg_gradi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01" y="2178100"/>
            <a:ext cx="2304306" cy="177790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5287" y="2178100"/>
            <a:ext cx="1843385" cy="50750"/>
          </a:xfrm>
          <a:prstGeom prst="roundRect">
            <a:avLst>
              <a:gd name="adj" fmla="val 50049"/>
            </a:avLst>
          </a:prstGeom>
          <a:solidFill>
            <a:srgbClr val="FFFFFF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1483672" y="2781449"/>
            <a:ext cx="606763" cy="203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01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09739" y="3085951"/>
            <a:ext cx="15544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ヒアリング・調査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2995315" y="3054400"/>
            <a:ext cx="317450" cy="25301"/>
          </a:xfrm>
          <a:prstGeom prst="rect">
            <a:avLst/>
          </a:prstGeom>
          <a:solidFill>
            <a:srgbClr val="8A2B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3287464" y="3038475"/>
            <a:ext cx="76200" cy="0"/>
          </a:xfrm>
          <a:prstGeom prst="line">
            <a:avLst/>
          </a:prstGeom>
          <a:noFill/>
          <a:ln w="57150">
            <a:solidFill>
              <a:srgbClr val="FFFFF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287464" y="3095625"/>
            <a:ext cx="76200" cy="0"/>
          </a:xfrm>
          <a:prstGeom prst="line">
            <a:avLst/>
          </a:prstGeom>
          <a:noFill/>
          <a:ln w="57150">
            <a:solidFill>
              <a:srgbClr val="FFFFF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325564" y="3009900"/>
            <a:ext cx="0" cy="114300"/>
          </a:xfrm>
          <a:prstGeom prst="line">
            <a:avLst/>
          </a:prstGeom>
          <a:noFill/>
          <a:ln w="76200">
            <a:solidFill>
              <a:srgbClr val="8A2BE2"/>
            </a:solidFill>
            <a:prstDash val="solid"/>
          </a:ln>
        </p:spPr>
      </p:sp>
      <p:pic>
        <p:nvPicPr>
          <p:cNvPr id="12" name="Image 2" descr="/Users/kotaishida/Development/co-co/.agent/skills/pptx/templates/sales_material_theme/assets/bg_gradi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921" y="2178100"/>
            <a:ext cx="2304306" cy="177790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50307" y="2178100"/>
            <a:ext cx="1843385" cy="50750"/>
          </a:xfrm>
          <a:prstGeom prst="roundRect">
            <a:avLst>
              <a:gd name="adj" fmla="val 50049"/>
            </a:avLst>
          </a:prstGeom>
          <a:solidFill>
            <a:srgbClr val="FFFFFF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4268693" y="2781449"/>
            <a:ext cx="606763" cy="203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02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3989070" y="3085951"/>
            <a:ext cx="11658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プランニング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5780336" y="3054400"/>
            <a:ext cx="317450" cy="25301"/>
          </a:xfrm>
          <a:prstGeom prst="rect">
            <a:avLst/>
          </a:prstGeom>
          <a:solidFill>
            <a:srgbClr val="8A2B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2"/>
          <p:cNvSpPr/>
          <p:nvPr/>
        </p:nvSpPr>
        <p:spPr>
          <a:xfrm>
            <a:off x="6072485" y="3038475"/>
            <a:ext cx="76200" cy="0"/>
          </a:xfrm>
          <a:prstGeom prst="line">
            <a:avLst/>
          </a:prstGeom>
          <a:noFill/>
          <a:ln w="57150">
            <a:solidFill>
              <a:srgbClr val="FFFFFF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072485" y="3095625"/>
            <a:ext cx="76200" cy="0"/>
          </a:xfrm>
          <a:prstGeom prst="line">
            <a:avLst/>
          </a:prstGeom>
          <a:noFill/>
          <a:ln w="57150">
            <a:solidFill>
              <a:srgbClr val="FFFFF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110585" y="3009900"/>
            <a:ext cx="0" cy="114300"/>
          </a:xfrm>
          <a:prstGeom prst="line">
            <a:avLst/>
          </a:prstGeom>
          <a:noFill/>
          <a:ln w="76200">
            <a:solidFill>
              <a:srgbClr val="8A2BE2"/>
            </a:solidFill>
            <a:prstDash val="solid"/>
          </a:ln>
        </p:spPr>
      </p:sp>
      <p:pic>
        <p:nvPicPr>
          <p:cNvPr id="20" name="Image 3" descr="/Users/kotaishida/Development/co-co/.agent/skills/pptx/templates/sales_material_theme/assets/bg_gradi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4942" y="2178100"/>
            <a:ext cx="2304157" cy="177790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35328" y="2178100"/>
            <a:ext cx="1843236" cy="50750"/>
          </a:xfrm>
          <a:prstGeom prst="roundRect">
            <a:avLst>
              <a:gd name="adj" fmla="val 50049"/>
            </a:avLst>
          </a:prstGeom>
          <a:solidFill>
            <a:srgbClr val="FFFFFF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7053565" y="2781449"/>
            <a:ext cx="606763" cy="203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03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6871246" y="3085951"/>
            <a:ext cx="971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実行・評価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2026-01-27T23:14:23Z</dcterms:created>
  <dcterms:modified xsi:type="dcterms:W3CDTF">2026-01-27T23:14:23Z</dcterms:modified>
</cp:coreProperties>
</file>