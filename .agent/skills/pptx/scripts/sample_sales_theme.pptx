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6400800" y="3200400"/>
            <a:ext cx="3657600" cy="3657600"/>
          </a:xfrm>
          <a:prstGeom prst="rect">
            <a:avLst>
              <a:gd name="adj" fmla="val 12500"/>
            </a:avLst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0A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タイトルをここに入力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850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サブタイトル・資料の目的を記述します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50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株式会社ユニ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8506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2026年1月27日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A2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01. セクションタイトル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0" y="2926080"/>
            <a:ext cx="1828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A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標準コンテンツのタイトル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0"/>
          </a:xfrm>
          <a:prstGeom prst="line">
            <a:avLst/>
          </a:prstGeom>
          <a:noFill/>
          <a:ln w="38100">
            <a:solidFill>
              <a:srgbClr val="8A2B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0A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重要なポイントの1つ目をここに記述します。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0A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2つ目のポイントも同様に、簡潔にまとめます。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0A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情報の詰め込みすぎを避け、余白を活かした配置を心がけます。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5F5F5"/>
          </a:solidFill>
          <a:ln w="63500">
            <a:solidFill>
              <a:srgbClr val="8A2B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840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0A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ここにはスライド全体を通して伝えたい「結論」や「キーメッセージ」を記述します。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2026-01-27T12:24:49Z</dcterms:created>
  <dcterms:modified xsi:type="dcterms:W3CDTF">2026-01-27T12:24:49Z</dcterms:modified>
</cp:coreProperties>
</file>